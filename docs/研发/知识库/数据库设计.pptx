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数据库设计原则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范式化设计：消除数据冗余，保证数据一致性</a:t>
            </a:r>
          </a:p>
          <a:p>
            <a:r>
              <a:t>反范式化：适当冗余换取查询性能</a:t>
            </a:r>
          </a:p>
          <a:p>
            <a:r>
              <a:t>索引策略：根据查询模式选择合适索引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查询优化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避免全表扫描：为 WHERE 和 JOIN 字段建立索引</a:t>
            </a:r>
          </a:p>
          <a:p>
            <a:r>
              <a:t>使用 EXPLAIN 分析查询执行计划</a:t>
            </a:r>
          </a:p>
          <a:p>
            <a:r>
              <a:t>分页查询使用 keyset pagination 替代 OFFSET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NoSQL 数据库选型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文档型：MongoDB 适合半结构化数据</a:t>
            </a:r>
          </a:p>
          <a:p>
            <a:r>
              <a:t>键值型：Redis 适合缓存和会话存储</a:t>
            </a:r>
          </a:p>
          <a:p>
            <a:r>
              <a:t>列族型：Cassandra 适合时序和写密集型场景</a:t>
            </a:r>
          </a:p>
          <a:p>
            <a:r>
              <a:t>图数据库：Neo4j 适合关系网络查询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